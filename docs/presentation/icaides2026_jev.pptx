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u="none">
                <a:solidFill>
                  <a:srgbClr val="595959"/>
                </a:solidFill>
                <a:latin typeface="Arial"/>
              </a:rPr>
              <a:t>ICAIDES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971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 u="none">
                <a:solidFill>
                  <a:srgbClr val="000000"/>
                </a:solidFill>
                <a:latin typeface="Arial"/>
              </a:rPr>
              <a:t>Reliable Structured-Decision Applicant Ranking with a Non-Autoregressive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595959"/>
                </a:solidFill>
                <a:latin typeface="Arial"/>
              </a:rPr>
              <a:t>Jessie Angelica · Hasanul Fahmi Zuhri · Rusdianto Roestam · Muhammad Arief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 u="none">
                <a:solidFill>
                  <a:srgbClr val="000000"/>
                </a:solidFill>
                <a:latin typeface="Arial"/>
              </a:rPr>
              <a:t>Can a model that only fills in structured answers rank applicants better than one that writes free text?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Motivation &amp;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Free-text assessment can assert a strength or weakness the resume never supports — a hallucination — with no built-in confidence signal.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In September 2026, TypeSafe released Jev, the first “System One Model.”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No independent, peer-reviewed evaluation of it existed before this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516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Criteria-Grounded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Question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40420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Cost &amp; Latency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Efficiency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5324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Repeat-to-Repeat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 u="none">
                <a:solidFill>
                  <a:srgbClr val="595959"/>
                </a:solidFill>
                <a:latin typeface="Arial"/>
              </a:rPr>
              <a:t>Three contributions for deploying Jev reliably in a real applicant-ranking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What Is a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Non-autoregressive: answers typed questions in one parallel pass — no generated tokens.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Three typed primitives: Noul (yes/no + confidence), Choice (multiple-choice), Score (ordinal scale).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This paper's questions all use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 — Literature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Why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Each Score level is judged alone — no view of neighboring levels, so a bare number carries no signal.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A concrete situation gives the model resume evidence to check against.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Trained via RLCD, a reward for calibration — not human preference (RLHF) or a verifiable outcome (RLVR).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 — Literature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9687" y="1371600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Extraction &amp; Skill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9687" y="1901952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9687" y="2231136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Shortlisting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9687" y="2761488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9687" y="3090672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Structured Assessment via Jev — parallel calls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9687" y="3621024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9687" y="3950208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Direct Sort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9687" y="448056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687" y="4809744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Score Breakdown Test (offline)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u="none">
                <a:solidFill>
                  <a:srgbClr val="595959"/>
                </a:solidFill>
                <a:latin typeface="Arial"/>
              </a:rPr>
              <a:t>Steps 1–2 are unchanged from the prior system. Contributions 1 and 2 are steps 3 and 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III — Methodology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 — CONTRIBUTION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Criteria-Grounded Question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Bare Ordinal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0, 25, 50, 75, 100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Each level judged alone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No evidence to check against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3855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6735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Concrete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8175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“Skill only listed” vs. “used in a real role”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Each level still judged alone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Gives Jev resume evidence to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383280"/>
            <a:ext cx="1036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u="none">
                <a:solidFill>
                  <a:srgbClr val="000000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Result: per-requirement confidence 0.672 → 0.894 (Results, ahead)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 — CONTRIBUTION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Direct Sort Ranking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Iterative Tournament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Bayesian Plackett-Luce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Round-by-round, waits on each iteration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No parallelism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3855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6735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Direct 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8175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One score per candidate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Sort directly — no tournament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Fully parallel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383280"/>
            <a:ext cx="1036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u="none">
                <a:solidFill>
                  <a:srgbClr val="000000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Result: well under half the model calls, ~4.5× lower latency (Results, ahead)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Experimental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38084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084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273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800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shortlisted (job, applicant) pairs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692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0692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408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job profiles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501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resumes (500 synthetic + 1 real)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5908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908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3×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624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independent repeats per 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u="none">
                <a:solidFill>
                  <a:srgbClr val="595959"/>
                </a:solidFill>
                <a:latin typeface="Arial"/>
              </a:rPr>
              <a:t>One variable changed between systems: the assessment step. 46.1% of extracted required skills were classified must-have.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IV — Experimental Setup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