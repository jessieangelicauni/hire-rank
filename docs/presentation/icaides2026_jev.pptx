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u="none">
                <a:solidFill>
                  <a:srgbClr val="595959"/>
                </a:solidFill>
                <a:latin typeface="Arial"/>
              </a:rPr>
              <a:t>ICAIDES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971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 u="none">
                <a:solidFill>
                  <a:srgbClr val="000000"/>
                </a:solidFill>
                <a:latin typeface="Arial"/>
              </a:rPr>
              <a:t>Reliable Structured-Decision Applicant Ranking with a Non-Autoregressive System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595959"/>
                </a:solidFill>
                <a:latin typeface="Arial"/>
              </a:rPr>
              <a:t>Jessie Angelica · Hasanul Fahmi Zuhri · Rusdianto Roestam · Muhammad Arief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 u="none">
                <a:solidFill>
                  <a:srgbClr val="000000"/>
                </a:solidFill>
                <a:latin typeface="Arial"/>
              </a:rPr>
              <a:t>Can a model that only fills in structured answers rank applicants better than one that writes free text?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Motivation &amp;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Free-text assessment can assert a strength or weakness the resume never supports — a hallucination — with no built-in confidence signal.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In September 2026, TypeSafe released Jev, the first “System One Model.”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No independent, peer-reviewed evaluation of it existed before this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516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Criteria-Grounded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Question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40420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Cost &amp; Latency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Efficiency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5324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Repeat-to-Repeat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 u="none">
                <a:solidFill>
                  <a:srgbClr val="595959"/>
                </a:solidFill>
                <a:latin typeface="Arial"/>
              </a:rPr>
              <a:t>Three contributions for deploying Jev reliably in a real applicant-ranking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What Is a System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Non-autoregressive: answers typed questions in one parallel pass — no generated tokens.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Three typed primitives: Noul (yes/no + confidence), Choice (multiple-choice), Score (ordinal scale).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This paper's questions all use Score.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 — Literature 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Why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Each Score level is judged alone — no view of neighboring levels, so a bare number carries no signal.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A concrete situation gives the model resume evidence to check against.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Trained via RLCD, a reward for calibration — not human preference (RLHF) or a verifiable outcome (RLVR).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 — Literature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9687" y="1371600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Extraction &amp; Skill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9687" y="1901952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9687" y="2231136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Shortlisting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9687" y="2761488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9687" y="3090672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Structured Assessment via Jev — parallel calls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9687" y="3621024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9687" y="3950208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Direct Sort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9687" y="4480560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9687" y="4809744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Score Breakdown Test (offline)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 u="none">
                <a:solidFill>
                  <a:srgbClr val="595959"/>
                </a:solidFill>
                <a:latin typeface="Arial"/>
              </a:rPr>
              <a:t>Steps 1–2 are unchanged from the prior system. Contributions 1 and 2 are steps 3 and 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III — Methodology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