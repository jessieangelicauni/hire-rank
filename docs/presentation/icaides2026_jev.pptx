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“System One Model.”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What Is a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Non-autoregressive: answers typed questions in one parallel pass — no generated tokens.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Three typed primitives: Noul (yes/no + confidence), Choice (multiple-choice), Score (ordinal scale).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This paper's questions all use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Why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Each Score level is judged alone — no view of neighboring levels, so a bare number carries no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A concrete situation gives the model resume evidence to check against.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Trained via RLCD, a reward for calibration — not human preference (RLHF) or a verifiable outcome (RLVR).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 — Literature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9687" y="1371600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Extraction &amp; Skill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9687" y="190195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9687" y="2231136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Shortlisting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9687" y="276148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9687" y="3090672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Structured Assessment via Jev — parallel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687" y="362102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9687" y="3950208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9687" y="448056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9687" y="4809744"/>
            <a:ext cx="7132320" cy="530352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400" b="0">
                <a:solidFill>
                  <a:srgbClr val="000000"/>
                </a:solidFill>
                <a:latin typeface="Arial"/>
              </a:rPr>
              <a:t>Score Breakdown Test (offline)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Steps 1–2 are unchanged from the prior system. Contributions 1 and 2 are steps 3 and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III — Methodology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Criteria-Grounded Question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Bare Ordinal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0, 25, 50, 75, 100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evidence to check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Concrete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“Skill only listed” vs. “used in a real role”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Each level still judged alone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Gives Jev resume evidence to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per-requirement confidence 0.672 → 0.894 (Results, ahead)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METHODOLOGY — CONTRIBUTION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Direct Sort Ranking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Iterative Tournament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Bayesian Plackett-Luce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Round-by-round, waits on each iteration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No parallelism</a:t>
            </a:r>
          </a:p>
        </p:txBody>
      </p:sp>
      <p:sp>
        <p:nvSpPr>
          <p:cNvPr id="7" name="Rectangle 6"/>
          <p:cNvSpPr/>
          <p:nvPr/>
        </p:nvSpPr>
        <p:spPr>
          <a:xfrm>
            <a:off x="6613855" y="1828800"/>
            <a:ext cx="4846320" cy="36576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6735" y="196596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u="none">
                <a:solidFill>
                  <a:srgbClr val="000000"/>
                </a:solidFill>
                <a:latin typeface="Arial"/>
              </a:rPr>
              <a:t>Direct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8175" y="260604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One score per candidate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Sort directly — no tournament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•  Fully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383280"/>
            <a:ext cx="1036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u="none">
                <a:solidFill>
                  <a:srgbClr val="000000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Result: well under half the model calls, ~4.5× lower latency (Results, ahead)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8084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84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shortlisted (job, applicant) pairs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692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0692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08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job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resumes (500 synthetic + 1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9087" y="2011680"/>
            <a:ext cx="2651760" cy="182880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9087" y="22860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 u="none">
                <a:solidFill>
                  <a:srgbClr val="000000"/>
                </a:solidFill>
                <a:latin typeface="Arial"/>
              </a:rPr>
              <a:t>3×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247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u="none">
                <a:solidFill>
                  <a:srgbClr val="595959"/>
                </a:solidFill>
                <a:latin typeface="Arial"/>
              </a:rPr>
              <a:t>independent repeats per pair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u="none">
                <a:solidFill>
                  <a:srgbClr val="595959"/>
                </a:solidFill>
                <a:latin typeface="Arial"/>
              </a:rPr>
              <a:t>One variable changed between systems: the assessment step. 46.1% of extracted required skills were classified must-have.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IV — Experimental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Confidence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0.672 → 0.894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Per-requirement answer confidence, bare scale vs. criteria-grounded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Also 0.635 → 0.766 for pooled seniority/education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273 vs. ~2,061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Model calls, this pipeline vs. the prior tournament-based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~4.5× lower per-candidate latency. Output priced at zero by design — not billed per generated token (TypeSafe's claim on price, not independently measured).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Result: Calibration &amp;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 u="none">
                <a:solidFill>
                  <a:srgbClr val="000000"/>
                </a:solidFill>
                <a:latin typeface="Arial"/>
              </a:rPr>
              <a:t>0.965 vs. ≈0.957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703320"/>
            <a:ext cx="98142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u="none">
                <a:solidFill>
                  <a:srgbClr val="000000"/>
                </a:solidFill>
                <a:latin typeface="Arial"/>
              </a:rPr>
              <a:t>Kendall's τ ranking stability across 3 independent repeats, this system vs. the prior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484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u="none">
                <a:solidFill>
                  <a:srgbClr val="595959"/>
                </a:solidFill>
                <a:latin typeface="Arial"/>
              </a:rPr>
              <a:t>Native calibrated confidence 0.894 vs. the prior system's Faithfulness 0.880 — different constructs, not a claim of higher accuracy.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V — Results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