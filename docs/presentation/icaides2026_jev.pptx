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Free-text assessment can assert a strength or weakness the resume never supports — a hallucination — with no built-in confidence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In September 2026, TypeSafe released Jev, the first “System One Model.”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 independent, peer-reviewed evaluation of it existed before this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