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u="none">
                <a:solidFill>
                  <a:srgbClr val="595959"/>
                </a:solidFill>
                <a:latin typeface="Arial"/>
              </a:rPr>
              <a:t>ICAIDES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971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u="none">
                <a:solidFill>
                  <a:srgbClr val="000000"/>
                </a:solidFill>
                <a:latin typeface="Arial"/>
              </a:rPr>
              <a:t>Reliable Structured-Decision Applicant Ranking with a Non-Autoregressive System One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39"/>
            <a:ext cx="99971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u="none">
                <a:solidFill>
                  <a:srgbClr val="595959"/>
                </a:solidFill>
                <a:latin typeface="Arial"/>
              </a:rPr>
              <a:t>Jessie Angelica · Hasanul Fahmi Zuhri · Rusdianto Roestam · Muhammad Arief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 u="none">
                <a:solidFill>
                  <a:srgbClr val="000000"/>
                </a:solidFill>
                <a:latin typeface="Arial"/>
              </a:rPr>
              <a:t>Can a model that only fills in structured answers rank applicants better than one that writes free text?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