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Free-Text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Writes a paragraph verdict per candidate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Can assert a strength the resume never supports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built-in confidence signal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The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TypeSafe released Jev in September 2026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The first “System One Model”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independent evaluation existed before this paper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What Is a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u="none">
                <a:solidFill>
                  <a:srgbClr val="000000"/>
                </a:solidFill>
                <a:latin typeface="Arial"/>
              </a:rPr>
              <a:t>Non-autoregressive: answers typed questions in one parallel pass — no generated tokens.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29487" y="2834640"/>
            <a:ext cx="320040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9487" y="3108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 u="none">
                <a:solidFill>
                  <a:srgbClr val="000000"/>
                </a:solidFill>
                <a:latin typeface="Arial"/>
              </a:rPr>
              <a:t>Noul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367" y="3840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u="none">
                <a:solidFill>
                  <a:srgbClr val="595959"/>
                </a:solidFill>
                <a:latin typeface="Arial"/>
              </a:rPr>
              <a:t>yes/no</a:t>
            </a:r>
          </a:p>
          <a:p>
            <a:pPr algn="ctr"/>
            <a:r>
              <a:rPr sz="1400" b="0" i="0" u="none">
                <a:solidFill>
                  <a:srgbClr val="595959"/>
                </a:solidFill>
                <a:latin typeface="Arial"/>
              </a:rPr>
              <a:t>+ confidence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95647" y="2834640"/>
            <a:ext cx="320040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3108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 u="none">
                <a:solidFill>
                  <a:srgbClr val="000000"/>
                </a:solidFill>
                <a:latin typeface="Arial"/>
              </a:rPr>
              <a:t>Choice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527" y="3840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u="none">
                <a:solidFill>
                  <a:srgbClr val="595959"/>
                </a:solidFill>
                <a:latin typeface="Arial"/>
              </a:rPr>
              <a:t>multiple-</a:t>
            </a:r>
          </a:p>
          <a:p>
            <a:pPr algn="ctr"/>
            <a:r>
              <a:rPr sz="1400" b="0" i="0" u="none">
                <a:solidFill>
                  <a:srgbClr val="595959"/>
                </a:solidFill>
                <a:latin typeface="Arial"/>
              </a:rPr>
              <a:t>choice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1807" y="2834640"/>
            <a:ext cx="320040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1807" y="31089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u="sng">
                <a:solidFill>
                  <a:srgbClr val="000000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4687" y="3840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u="none">
                <a:solidFill>
                  <a:srgbClr val="595959"/>
                </a:solidFill>
                <a:latin typeface="Arial"/>
              </a:rPr>
              <a:t>ordinal scale</a:t>
            </a:r>
          </a:p>
          <a:p>
            <a:pPr algn="ctr"/>
            <a:r>
              <a:rPr sz="1400" b="0" i="0" u="none">
                <a:solidFill>
                  <a:srgbClr val="595959"/>
                </a:solidFill>
                <a:latin typeface="Arial"/>
              </a:rPr>
              <a:t>(used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Why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15287" y="1920240"/>
            <a:ext cx="420624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500" b="0">
                <a:solidFill>
                  <a:srgbClr val="000000"/>
                </a:solidFill>
                <a:latin typeface="Arial"/>
              </a:rPr>
              <a:t>“50”</a:t>
            </a:r>
          </a:p>
          <a:p>
            <a:pPr algn="ctr"/>
          </a:p>
          <a:p>
            <a:pPr algn="ctr"/>
            <a:r>
              <a:rPr sz="1500" b="0">
                <a:solidFill>
                  <a:srgbClr val="000000"/>
                </a:solidFill>
                <a:latin typeface="Arial"/>
              </a:rPr>
              <a:t>judged alone, no neighbors to compare — no signal to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0167" y="1920240"/>
            <a:ext cx="420624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500" b="0">
                <a:solidFill>
                  <a:srgbClr val="000000"/>
                </a:solidFill>
                <a:latin typeface="Arial"/>
              </a:rPr>
              <a:t>“Used substantively in a real project”</a:t>
            </a:r>
          </a:p>
          <a:p>
            <a:pPr algn="ctr"/>
          </a:p>
          <a:p>
            <a:pPr algn="ctr"/>
            <a:r>
              <a:rPr sz="1500" b="0">
                <a:solidFill>
                  <a:srgbClr val="000000"/>
                </a:solidFill>
                <a:latin typeface="Arial"/>
              </a:rPr>
              <a:t>resume evidence Jev can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1527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Trained via RLCD, a reward for calibration — not human preference (RLHF) or a verifiable outcome (RLVR). Calibration ≠ correctness.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9687" y="1371600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Extraction &amp; Skill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9687" y="1901952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9687" y="2231136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Shortlisting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9687" y="2761488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9687" y="3090672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Structured Assessment via Jev — parallel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687" y="3621024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9687" y="3950208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9687" y="448056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687" y="4809744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Score Breakdown Test (offline)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Steps 1–2 are unchanged from the prior system. Contributions 1 and 2 are steps 3 and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III —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Criteria-Grounded Question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Bare Ordinal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0, 25, 50, 75, 100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evidence to check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Concrete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“Skill only listed” vs. “used in a real role”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still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Gives Jev resume evidence to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per-requirement confidence 0.672 → 0.894 (Results, ahead)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Direct Sort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Iterative Tournament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Bayesian Plackett-Luce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Round-by-round, waits on each iteration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parallelism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One score per candidate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Sort directly — no tournament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Fully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well under half the model calls, ~4.5× lower latency (Results, ahead)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84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84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shortlisted (job, applicant) pairs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692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0692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08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job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501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resumes (500 synthetic + 1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908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908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3×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24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independent repeats per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One variable changed between systems: the assessment step. 46.1% of extracted required skills were classified must-have.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IV — Experimental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Confidence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0.672 → 0.894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Per-requirement answer confidence, bare scale vs. criteria-grounded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Also 0.635 → 0.766 for pooled seniority/education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273 vs. ~2,061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Model calls, this pipeline vs. the prior tournament-based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~4.5× lower per-candidate latency. Output priced at zero by design — not billed per generated token (TypeSafe's claim on price, not independently measured).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Calibration &amp;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0.965 vs. ≈0.957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Kendall's τ ranking stability across 3 independent repeats, this system vs. the prior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Native calibrated confidence 0.894 vs. the prior system's Faithfulness 0.880 — different constructs, not a claim of higher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u="sng">
                <a:solidFill>
                  <a:srgbClr val="000000"/>
                </a:solidFill>
                <a:latin typeface="Arial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194560"/>
            <a:ext cx="3383280" cy="1371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331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 u="none">
                <a:solidFill>
                  <a:srgbClr val="000000"/>
                </a:solidFill>
                <a:latin typeface="Arial"/>
              </a:rPr>
              <a:t>0.672 → 0.894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767" y="2971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u="none">
                <a:solidFill>
                  <a:srgbClr val="595959"/>
                </a:solidFill>
                <a:latin typeface="Arial"/>
              </a:rPr>
              <a:t>confidence per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207" y="2194560"/>
            <a:ext cx="3383280" cy="1371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4207" y="2331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 u="none">
                <a:solidFill>
                  <a:srgbClr val="000000"/>
                </a:solidFill>
                <a:latin typeface="Arial"/>
              </a:rPr>
              <a:t>273 vs. ~2,061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2971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u="none">
                <a:solidFill>
                  <a:srgbClr val="595959"/>
                </a:solidFill>
                <a:latin typeface="Arial"/>
              </a:rPr>
              <a:t>model calls, ~4.5× faster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1807" y="2194560"/>
            <a:ext cx="3383280" cy="1371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1807" y="2331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 u="none">
                <a:solidFill>
                  <a:srgbClr val="000000"/>
                </a:solidFill>
                <a:latin typeface="Arial"/>
              </a:rPr>
              <a:t>0.965 vs. ≈0.957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8967" y="2971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u="none">
                <a:solidFill>
                  <a:srgbClr val="595959"/>
                </a:solidFill>
                <a:latin typeface="Arial"/>
              </a:rPr>
              <a:t>ranking stability (Kendall's 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u="sng">
                <a:solidFill>
                  <a:srgbClr val="000000"/>
                </a:solidFill>
                <a:latin typeface="Arial"/>
              </a:rPr>
              <a:t>Limitations &amp; Future 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6607" y="4343400"/>
            <a:ext cx="3383280" cy="15544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767" y="45262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000000"/>
                </a:solidFill>
                <a:latin typeface="Arial"/>
              </a:rPr>
              <a:t>Calibration ≠ correctness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767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u="none">
                <a:solidFill>
                  <a:srgbClr val="595959"/>
                </a:solidFill>
                <a:latin typeface="Arial"/>
              </a:rPr>
              <a:t>test against ground truth next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4207" y="4343400"/>
            <a:ext cx="3383280" cy="15544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1367" y="45262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000000"/>
                </a:solidFill>
                <a:latin typeface="Arial"/>
              </a:rPr>
              <a:t>5 levels tested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367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u="none">
                <a:solidFill>
                  <a:srgbClr val="595959"/>
                </a:solidFill>
                <a:latin typeface="Arial"/>
              </a:rPr>
              <a:t>Jev supports up to 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1807" y="4343400"/>
            <a:ext cx="3383280" cy="15544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8967" y="45262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000000"/>
                </a:solidFill>
                <a:latin typeface="Arial"/>
              </a:rPr>
              <a:t>One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8967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u="none">
                <a:solidFill>
                  <a:srgbClr val="595959"/>
                </a:solidFill>
                <a:latin typeface="Arial"/>
              </a:rPr>
              <a:t>replication would strengthen the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VI — Conclusion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u="none">
                <a:solidFill>
                  <a:srgbClr val="000000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 u="none">
                <a:solidFill>
                  <a:srgbClr val="595959"/>
                </a:solidFill>
                <a:latin typeface="Arial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634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 u="none">
                <a:solidFill>
                  <a:srgbClr val="595959"/>
                </a:solidFill>
                <a:latin typeface="Arial"/>
              </a:rPr>
              <a:t>Jessie Angelica · President University</a:t>
            </a:r>
          </a:p>
          <a:p>
            <a:pPr algn="ctr"/>
            <a:r>
              <a:rPr sz="1500" b="0" i="0" u="none">
                <a:solidFill>
                  <a:srgbClr val="595959"/>
                </a:solidFill>
                <a:latin typeface="Arial"/>
              </a:rPr>
              <a:t>fahmi.zuhri@unitar.my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