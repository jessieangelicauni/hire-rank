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 u="none">
                <a:solidFill>
                  <a:srgbClr val="595959"/>
                </a:solidFill>
                <a:latin typeface="Arial"/>
              </a:rPr>
              <a:t>ICAIDES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999713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 u="none">
                <a:solidFill>
                  <a:srgbClr val="000000"/>
                </a:solidFill>
                <a:latin typeface="Arial"/>
              </a:rPr>
              <a:t>Reliable Structured-Decision Applicant Ranking with a Non-Autoregressive System One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49039"/>
            <a:ext cx="99971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 u="none">
                <a:solidFill>
                  <a:srgbClr val="595959"/>
                </a:solidFill>
                <a:latin typeface="Arial"/>
              </a:rPr>
              <a:t>Jessie Angelica · Hasanul Fahmi Zuhri · Rusdianto Roestam · Muhammad Arief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1" u="none">
                <a:solidFill>
                  <a:srgbClr val="000000"/>
                </a:solidFill>
                <a:latin typeface="Arial"/>
              </a:rPr>
              <a:t>Can a model that only fills in structured answers rank applicants better than one that writes free text?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Motivation &amp;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18001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Free-text assessment can assert a strength or weakness the resume never supports — a hallucination — with no built-in confidence signal.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In September 2026, TypeSafe released Jev, the first "System One Model."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Arial"/>
              </a:rPr>
              <a:t>•  No independent, peer-reviewed evaluation of it existed before this paper.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 u="none">
                <a:solidFill>
                  <a:srgbClr val="595959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72865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 u="none">
                <a:solidFill>
                  <a:srgbClr val="000000"/>
                </a:solidFill>
                <a:latin typeface="Arial"/>
              </a:rPr>
              <a:t>Objective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516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Criteria-Grounded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Question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440420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Cost &amp; Latency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Efficiency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53247" y="2103120"/>
            <a:ext cx="3383280" cy="2011680"/>
          </a:xfrm>
          <a:prstGeom prst="rect">
            <a:avLst/>
          </a:pr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/>
          <a:lstStyle/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Repeat-to-Repeat</a:t>
            </a:r>
          </a:p>
          <a:p>
            <a:pPr algn="ctr"/>
            <a:r>
              <a:rPr sz="1700" b="1">
                <a:solidFill>
                  <a:srgbClr val="000000"/>
                </a:solidFill>
                <a:latin typeface="Arial"/>
              </a:rPr>
              <a:t>Reliability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628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 u="none">
                <a:solidFill>
                  <a:srgbClr val="595959"/>
                </a:solidFill>
                <a:latin typeface="Arial"/>
              </a:rPr>
              <a:t>Three contributions for deploying Jev reliably in a real applicant-ranking pipeline.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 u="none">
                <a:solidFill>
                  <a:srgbClr val="595959"/>
                </a:solidFill>
                <a:latin typeface="Arial"/>
              </a:rPr>
              <a:t>Section I — Introduction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